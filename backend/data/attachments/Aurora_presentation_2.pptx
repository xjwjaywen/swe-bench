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Aurora Project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TechCorp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2 completed</a:t>
            </a:r>
          </a:p>
          <a:p>
            <a:r>
              <a:t>Velocity: 23 story points</a:t>
            </a:r>
          </a:p>
          <a:p>
            <a:r>
              <a:t>Burn-down on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Module A delivered</a:t>
            </a:r>
          </a:p>
          <a:p>
            <a:r>
              <a:t>- Performance improved 44%</a:t>
            </a:r>
          </a:p>
          <a:p>
            <a:r>
              <a:t>- Zero critical bugs in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Integration testing</a:t>
            </a:r>
          </a:p>
          <a:p>
            <a:r>
              <a:t>- Security audit</a:t>
            </a:r>
          </a:p>
          <a:p>
            <a:r>
              <a:t>- UAT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