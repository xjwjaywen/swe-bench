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华信·医疗健康专项信托计划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Huaxin Trust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Plan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Scale: 135.8 million RMB</a:t>
            </a:r>
          </a:p>
          <a:p>
            <a:r>
              <a:t>Duration: 24个月</a:t>
            </a:r>
          </a:p>
          <a:p>
            <a:r>
              <a:t>Expected Return: 6.6% p.a.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Tranche: 74%</a:t>
            </a:r>
          </a:p>
          <a:p>
            <a:r>
              <a:t>Subordinate Tranche: 37%</a:t>
            </a:r>
          </a:p>
          <a:p>
            <a:r>
              <a:t>Risk Mitigation: 土地抵押+应收账款质押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Rating: A+</a:t>
            </a:r>
          </a:p>
          <a:p>
            <a:r>
              <a:t>LTV Ratio: 46%</a:t>
            </a:r>
          </a:p>
          <a:p>
            <a:r>
              <a:t>Debt Service Coverage: 1.8x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