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华信·科技创新股权投资信托计划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Huaxin Trust Co.,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Trust Plan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Scale: 143.6 million RMB</a:t>
            </a:r>
          </a:p>
          <a:p>
            <a:r>
              <a:t>Duration: 24个月</a:t>
            </a:r>
          </a:p>
          <a:p>
            <a:r>
              <a:t>Expected Return: 5.49% p.a.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Senior Tranche: 64%</a:t>
            </a:r>
          </a:p>
          <a:p>
            <a:r>
              <a:t>Subordinate Tranche: 40%</a:t>
            </a:r>
          </a:p>
          <a:p>
            <a:r>
              <a:t>Risk Mitigation: 优先/劣后结构化设计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Credit Rating: AA-</a:t>
            </a:r>
          </a:p>
          <a:p>
            <a:r>
              <a:t>LTV Ratio: 52%</a:t>
            </a:r>
          </a:p>
          <a:p>
            <a:r>
              <a:t>Debt Service Coverage: 1.3x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