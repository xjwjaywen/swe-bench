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华信·科技创新股权投资信托计划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Huaxin Trust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Plan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Scale: 324 million RMB</a:t>
            </a:r>
          </a:p>
          <a:p>
            <a:r>
              <a:t>Duration: 12 months</a:t>
            </a:r>
          </a:p>
          <a:p>
            <a:r>
              <a:t>Expected Return: 8.4% p.a.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Tranche: 72%</a:t>
            </a:r>
          </a:p>
          <a:p>
            <a:r>
              <a:t>Subordinate Tranche: 22%</a:t>
            </a:r>
          </a:p>
          <a:p>
            <a:r>
              <a:t>Risk Mitigation: Land mortgage + Equity pledge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Rating: AA-</a:t>
            </a:r>
          </a:p>
          <a:p>
            <a:r>
              <a:t>LTV Ratio: 49%</a:t>
            </a:r>
          </a:p>
          <a:p>
            <a:r>
              <a:t>Debt Service Coverage: 1.9x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