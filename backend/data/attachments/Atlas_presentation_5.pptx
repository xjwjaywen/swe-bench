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Atlas Project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TechCorp Internal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Sprint 5 completed</a:t>
            </a:r>
          </a:p>
          <a:p>
            <a:r>
              <a:t>Velocity: 37 story points</a:t>
            </a:r>
          </a:p>
          <a:p>
            <a:r>
              <a:t>Burn-down on track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Module A delivered</a:t>
            </a:r>
          </a:p>
          <a:p>
            <a:r>
              <a:t>- Performance improved 36%</a:t>
            </a:r>
          </a:p>
          <a:p>
            <a:r>
              <a:t>- Zero critical bugs in production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Integration testing</a:t>
            </a:r>
          </a:p>
          <a:p>
            <a:r>
              <a:t>- Security audit</a:t>
            </a:r>
          </a:p>
          <a:p>
            <a:r>
              <a:t>- UAT preparation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