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华信·稳健增长1号集合资金信托计划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Huaxin Trust Co.,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Trust Plan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Scale: 232.5 million RMB</a:t>
            </a:r>
          </a:p>
          <a:p>
            <a:r>
              <a:t>Duration: 36个月</a:t>
            </a:r>
          </a:p>
          <a:p>
            <a:r>
              <a:t>Expected Return: 5.87% p.a.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Senior Tranche: 61%</a:t>
            </a:r>
          </a:p>
          <a:p>
            <a:r>
              <a:t>Subordinate Tranche: 25%</a:t>
            </a:r>
          </a:p>
          <a:p>
            <a:r>
              <a:t>Risk Mitigation: 股权质押+担保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Credit Rating: AA+</a:t>
            </a:r>
          </a:p>
          <a:p>
            <a:r>
              <a:t>LTV Ratio: 40%</a:t>
            </a:r>
          </a:p>
          <a:p>
            <a:r>
              <a:t>Debt Service Coverage: 1.5x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